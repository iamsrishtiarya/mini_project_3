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59500-46BC-4004-9427-52B5D7BE20AB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08EB7-4DDF-497E-B2DA-07742E6A8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143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59500-46BC-4004-9427-52B5D7BE20AB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08EB7-4DDF-497E-B2DA-07742E6A8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63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59500-46BC-4004-9427-52B5D7BE20AB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08EB7-4DDF-497E-B2DA-07742E6A8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259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59500-46BC-4004-9427-52B5D7BE20AB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08EB7-4DDF-497E-B2DA-07742E6A8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180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59500-46BC-4004-9427-52B5D7BE20AB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08EB7-4DDF-497E-B2DA-07742E6A8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530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59500-46BC-4004-9427-52B5D7BE20AB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08EB7-4DDF-497E-B2DA-07742E6A8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667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59500-46BC-4004-9427-52B5D7BE20AB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08EB7-4DDF-497E-B2DA-07742E6A8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008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59500-46BC-4004-9427-52B5D7BE20AB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08EB7-4DDF-497E-B2DA-07742E6A8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163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59500-46BC-4004-9427-52B5D7BE20AB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08EB7-4DDF-497E-B2DA-07742E6A8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018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59500-46BC-4004-9427-52B5D7BE20AB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08EB7-4DDF-497E-B2DA-07742E6A8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544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59500-46BC-4004-9427-52B5D7BE20AB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08EB7-4DDF-497E-B2DA-07742E6A8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94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C59500-46BC-4004-9427-52B5D7BE20AB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F08EB7-4DDF-497E-B2DA-07742E6A8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5266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49D2B-4238-D516-300F-DB10D5D70C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Passenger</a:t>
            </a:r>
            <a:br>
              <a:rPr lang="en-US" dirty="0"/>
            </a:br>
            <a:r>
              <a:rPr lang="en-US" dirty="0"/>
              <a:t>Satisfaction</a:t>
            </a:r>
            <a:br>
              <a:rPr lang="en-US" dirty="0"/>
            </a:br>
            <a:r>
              <a:rPr lang="en-US" dirty="0"/>
              <a:t>(Classification)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DBBEBC-D423-7038-0811-2C40FEE700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73971" y="6370163"/>
            <a:ext cx="4418029" cy="487837"/>
          </a:xfrm>
        </p:spPr>
        <p:txBody>
          <a:bodyPr anchor="ctr">
            <a:normAutofit/>
          </a:bodyPr>
          <a:lstStyle/>
          <a:p>
            <a:r>
              <a:rPr lang="en-US" dirty="0"/>
              <a:t>Created By: Srishti Arya</a:t>
            </a:r>
          </a:p>
        </p:txBody>
      </p:sp>
    </p:spTree>
    <p:extLst>
      <p:ext uri="{BB962C8B-B14F-4D97-AF65-F5344CB8AC3E}">
        <p14:creationId xmlns:p14="http://schemas.microsoft.com/office/powerpoint/2010/main" val="2948748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D7CEB6A2-12DD-9236-8FD9-3D50555AC5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6315419"/>
              </p:ext>
            </p:extLst>
          </p:nvPr>
        </p:nvGraphicFramePr>
        <p:xfrm>
          <a:off x="6711885" y="2300181"/>
          <a:ext cx="5235018" cy="2531958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617509">
                  <a:extLst>
                    <a:ext uri="{9D8B030D-6E8A-4147-A177-3AD203B41FA5}">
                      <a16:colId xmlns:a16="http://schemas.microsoft.com/office/drawing/2014/main" val="2623259366"/>
                    </a:ext>
                  </a:extLst>
                </a:gridCol>
                <a:gridCol w="2617509">
                  <a:extLst>
                    <a:ext uri="{9D8B030D-6E8A-4147-A177-3AD203B41FA5}">
                      <a16:colId xmlns:a16="http://schemas.microsoft.com/office/drawing/2014/main" val="3340665300"/>
                    </a:ext>
                  </a:extLst>
                </a:gridCol>
              </a:tblGrid>
              <a:tr h="534459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Project Title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Passenger Satisfaction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9219864"/>
                  </a:ext>
                </a:extLst>
              </a:tr>
              <a:tr h="534459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Skills Takeaway from this project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Python, NumPy, Pandas, Streamlit, Machine Learning, Mlflow, Regression Model Exploratory Data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9357836"/>
                  </a:ext>
                </a:extLst>
              </a:tr>
              <a:tr h="534459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Domain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Travel and Tourism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64717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F6EE838-54CB-5B34-53A0-4C3935420665}"/>
              </a:ext>
            </a:extLst>
          </p:cNvPr>
          <p:cNvSpPr txBox="1"/>
          <p:nvPr/>
        </p:nvSpPr>
        <p:spPr>
          <a:xfrm>
            <a:off x="461914" y="888504"/>
            <a:ext cx="6249971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The objective of this project is to build a classification model that predicts customer satisfaction levels based on various features such as customer feedback, demographics, and service ratings.</a:t>
            </a:r>
          </a:p>
          <a:p>
            <a:pPr algn="just"/>
            <a:r>
              <a:rPr lang="en-US" dirty="0"/>
              <a:t>To accomplish this, we will follow these steps:</a:t>
            </a:r>
          </a:p>
          <a:p>
            <a:pPr algn="just">
              <a:buFont typeface="+mj-lt"/>
              <a:buAutoNum type="arabicPeriod"/>
            </a:pPr>
            <a:r>
              <a:rPr lang="en-US" b="1" dirty="0"/>
              <a:t>Data Processing &amp; Cleaning</a:t>
            </a:r>
            <a:r>
              <a:rPr lang="en-US" dirty="0"/>
              <a:t> – Work with the provided dataset, handle missing values, remove inconsistencies, and prepare the data for analysis.</a:t>
            </a:r>
          </a:p>
          <a:p>
            <a:pPr algn="just">
              <a:buFont typeface="+mj-lt"/>
              <a:buAutoNum type="arabicPeriod"/>
            </a:pPr>
            <a:r>
              <a:rPr lang="en-US" b="1" dirty="0"/>
              <a:t>Feature Engineering</a:t>
            </a:r>
            <a:r>
              <a:rPr lang="en-US" dirty="0"/>
              <a:t> – Extract meaningful features from customer feedback (e.g., sentiment analysis), categorize demographics, and transform service ratings into usable formats.</a:t>
            </a:r>
          </a:p>
          <a:p>
            <a:pPr algn="just">
              <a:buFont typeface="+mj-lt"/>
              <a:buAutoNum type="arabicPeriod"/>
            </a:pPr>
            <a:r>
              <a:rPr lang="en-US" b="1" dirty="0"/>
              <a:t>Model Training</a:t>
            </a:r>
            <a:r>
              <a:rPr lang="en-US" dirty="0"/>
              <a:t> – Develop and train a classification model (e.g., Logistic Regression, Random Forest, or Neural Networks) to predict customer satisfaction levels (e.g., "Satisfied," "Neutral," or "Dissatisfied").</a:t>
            </a:r>
          </a:p>
          <a:p>
            <a:pPr algn="just">
              <a:buFont typeface="+mj-lt"/>
              <a:buAutoNum type="arabicPeriod"/>
            </a:pPr>
            <a:r>
              <a:rPr lang="en-US" b="1" dirty="0"/>
              <a:t>Model Evaluation</a:t>
            </a:r>
            <a:r>
              <a:rPr lang="en-US" dirty="0"/>
              <a:t> – Assess model performance using accuracy, precision, recall, and other relevant metrics.</a:t>
            </a:r>
          </a:p>
          <a:p>
            <a:pPr algn="just">
              <a:buFont typeface="+mj-lt"/>
              <a:buAutoNum type="arabicPeriod"/>
            </a:pPr>
            <a:r>
              <a:rPr lang="en-US" b="1" dirty="0"/>
              <a:t>Deployment with Streamlit</a:t>
            </a:r>
            <a:r>
              <a:rPr lang="en-US" dirty="0"/>
              <a:t> – Create an interactive web application where users can input customer-related details and receive a predicted satisfaction level.</a:t>
            </a:r>
          </a:p>
        </p:txBody>
      </p:sp>
    </p:spTree>
    <p:extLst>
      <p:ext uri="{BB962C8B-B14F-4D97-AF65-F5344CB8AC3E}">
        <p14:creationId xmlns:p14="http://schemas.microsoft.com/office/powerpoint/2010/main" val="4013237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5299C-BAB5-4DB5-8642-0E055F74F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1075" y="827039"/>
            <a:ext cx="3469849" cy="634116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Customer Satisfaction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69B8F46-81E6-E1B1-6594-9C91AD17F8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3759" y="1554710"/>
            <a:ext cx="4644935" cy="4820216"/>
          </a:xfrm>
        </p:spPr>
      </p:pic>
      <p:sp>
        <p:nvSpPr>
          <p:cNvPr id="10" name="Rectangle 3">
            <a:extLst>
              <a:ext uri="{FF2B5EF4-FFF2-40B4-BE49-F238E27FC236}">
                <a16:creationId xmlns:a16="http://schemas.microsoft.com/office/drawing/2014/main" id="{75080456-3057-FBA6-FD75-A312537BD0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9778" y="3323196"/>
            <a:ext cx="6108265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According to the pie chart, 43.3% of the feedback is classified as satisfied, while 56.7% is neutral or dissatisfied.</a:t>
            </a:r>
          </a:p>
        </p:txBody>
      </p:sp>
    </p:spTree>
    <p:extLst>
      <p:ext uri="{BB962C8B-B14F-4D97-AF65-F5344CB8AC3E}">
        <p14:creationId xmlns:p14="http://schemas.microsoft.com/office/powerpoint/2010/main" val="677914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0A441-722F-FAA3-3704-17346D799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4572" y="558489"/>
            <a:ext cx="5722856" cy="709531"/>
          </a:xfrm>
        </p:spPr>
        <p:txBody>
          <a:bodyPr>
            <a:normAutofit/>
          </a:bodyPr>
          <a:lstStyle/>
          <a:p>
            <a:r>
              <a:rPr lang="en-US" sz="3000" dirty="0">
                <a:solidFill>
                  <a:srgbClr val="FF0000"/>
                </a:solidFill>
              </a:rPr>
              <a:t>Satisfaction levels by Type of Travel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C891F13-F397-A0E9-06C3-E2B762697C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67554" y="1655942"/>
            <a:ext cx="6856891" cy="4351338"/>
          </a:xfrm>
        </p:spPr>
      </p:pic>
    </p:spTree>
    <p:extLst>
      <p:ext uri="{BB962C8B-B14F-4D97-AF65-F5344CB8AC3E}">
        <p14:creationId xmlns:p14="http://schemas.microsoft.com/office/powerpoint/2010/main" val="3513068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FD1F0-AD7C-88C7-CCD1-53F4BD659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4634" y="681037"/>
            <a:ext cx="6382732" cy="643543"/>
          </a:xfrm>
        </p:spPr>
        <p:txBody>
          <a:bodyPr>
            <a:normAutofit/>
          </a:bodyPr>
          <a:lstStyle/>
          <a:p>
            <a:r>
              <a:rPr lang="en-US" sz="3000" dirty="0">
                <a:solidFill>
                  <a:srgbClr val="FF0000"/>
                </a:solidFill>
              </a:rPr>
              <a:t>Flight Distance vs Customer Satisfaction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668B1B6-0BB2-543A-4CCD-0D59133D98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02899" y="1825625"/>
            <a:ext cx="6786202" cy="4351338"/>
          </a:xfrm>
        </p:spPr>
      </p:pic>
    </p:spTree>
    <p:extLst>
      <p:ext uri="{BB962C8B-B14F-4D97-AF65-F5344CB8AC3E}">
        <p14:creationId xmlns:p14="http://schemas.microsoft.com/office/powerpoint/2010/main" val="37068596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25</TotalTime>
  <Words>258</Words>
  <Application>Microsoft Office PowerPoint</Application>
  <PresentationFormat>Widescreen</PresentationFormat>
  <Paragraphs>19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Passenger Satisfaction (Classification)</vt:lpstr>
      <vt:lpstr>PowerPoint Presentation</vt:lpstr>
      <vt:lpstr>Customer Satisfaction </vt:lpstr>
      <vt:lpstr>Satisfaction levels by Type of Travel</vt:lpstr>
      <vt:lpstr>Flight Distance vs Customer Satisfaction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Manav Patel</dc:creator>
  <cp:lastModifiedBy>Srishti Arya</cp:lastModifiedBy>
  <cp:revision>2</cp:revision>
  <dcterms:created xsi:type="dcterms:W3CDTF">2025-01-29T16:48:12Z</dcterms:created>
  <dcterms:modified xsi:type="dcterms:W3CDTF">2025-12-16T09:04:23Z</dcterms:modified>
</cp:coreProperties>
</file>